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6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180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37160"/>
            <a:ext cx="84993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ATTENDANCE SYSTEM USING FACIAL RECOGNITION</a:t>
            </a:r>
            <a:endParaRPr lang="en-US" sz="3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15  |  Section: [S-12]  |  Members: Satwika.N-2520090151, Harshitha .B-2520080007,Krishnasree-2520080009 |  Guide: Dr. Khaja Shareef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AI&amp;DS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9174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Smart attendance system for proxy-resistant attendance.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Uses face detection, liveness and session verification.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proxy attendance and manual effort.</a:t>
            </a:r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412" y="425196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1600" dirty="0"/>
              <a:t>Traditional attendance is vulnerable to proxy attendance.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IN" sz="1600" dirty="0"/>
              <a:t>Verify student presence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IN" sz="1600" dirty="0"/>
              <a:t>Reduce proxy attendance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IN" sz="1600" dirty="0"/>
              <a:t>Prevent multiple-person attendance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IN" sz="1600" dirty="0"/>
              <a:t>Faculty, Students | Attendance, Verification | Classroom-based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565457"/>
              </p:ext>
            </p:extLst>
          </p:nvPr>
        </p:nvGraphicFramePr>
        <p:xfrm>
          <a:off x="502920" y="6766560"/>
          <a:ext cx="4617720" cy="24460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Time-Locked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65684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26923" y="10012680"/>
            <a:ext cx="45697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Uses </a:t>
            </a:r>
            <a:r>
              <a:rPr lang="en-IN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IN" sz="1600" dirty="0"/>
              <a:t>eb, Camera, MongoDB</a:t>
            </a:r>
            <a:endParaRPr lang="en-US" sz="15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IN" sz="1600" dirty="0"/>
              <a:t>Low-cost , open-source technologies</a:t>
            </a:r>
            <a:endParaRPr lang="en-US" sz="15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IN" sz="1600" dirty="0"/>
              <a:t>Simple faculty &amp; Student workflow</a:t>
            </a:r>
            <a:endParaRPr lang="en-US" sz="15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IN" sz="1600" dirty="0"/>
              <a:t>Can be developed in modules within the project timeline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IN" sz="1600" dirty="0"/>
              <a:t>HTML, CSS, JavaScript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 /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 &amp; GitHub, Postman, VS Code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Web camera, Face Detection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298680"/>
            <a:ext cx="3137916" cy="1920240"/>
          </a:xfrm>
          <a:prstGeom prst="roundRect">
            <a:avLst>
              <a:gd name="adj" fmla="val 0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8442" y="1232662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88442" y="1271016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dirty="0"/>
              <a:t>Valid login → </a:t>
            </a:r>
            <a:r>
              <a:rPr lang="en-IN" sz="1600" b="1" dirty="0"/>
              <a:t>Pass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Single face → </a:t>
            </a:r>
            <a:r>
              <a:rPr lang="en-IN" sz="1600" b="1" dirty="0"/>
              <a:t>Attendance allowed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Multiple faces → </a:t>
            </a:r>
            <a:r>
              <a:rPr lang="en-IN" sz="1600" b="1" dirty="0"/>
              <a:t>Blocked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Failed liveness → </a:t>
            </a:r>
            <a:r>
              <a:rPr lang="en-IN" sz="1600" b="1" dirty="0"/>
              <a:t>Blocked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Valid session → </a:t>
            </a:r>
            <a:r>
              <a:rPr lang="en-IN" sz="1600" b="1" dirty="0"/>
              <a:t>Attendance recorded</a:t>
            </a:r>
            <a:endParaRPr lang="en-IN" sz="1600" dirty="0"/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Automates attendance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proxy attendance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Improves verification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Maintains digital records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face recognition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Cloud MongoDB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Mobile application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ERP integration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6D95039-1239-D576-B666-21F1868D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765" y="4952637"/>
            <a:ext cx="4604385" cy="222794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B329F89-C656-06F4-81CA-C1F99E15B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601" y="7813040"/>
            <a:ext cx="4638549" cy="198882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216F8C-1677-9AF9-A0F9-6F917E7D5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9720"/>
            <a:ext cx="1463040" cy="132079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747B07D-5F10-2E72-279B-81B29B1E0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274" y="10469880"/>
            <a:ext cx="2280666" cy="185674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E8399B8-B09D-D043-67F1-A898A30DC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200" y="10478770"/>
            <a:ext cx="2274950" cy="185674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2567DC0-D3DF-46CC-D9F1-311E44B20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438" y="14264640"/>
            <a:ext cx="8864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342</Words>
  <Application>Microsoft Office PowerPoint</Application>
  <PresentationFormat>Custom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krishnasree mokkapati</cp:lastModifiedBy>
  <cp:revision>4</cp:revision>
  <dcterms:created xsi:type="dcterms:W3CDTF">2026-09-28T08:11:17Z</dcterms:created>
  <dcterms:modified xsi:type="dcterms:W3CDTF">2026-10-02T10:15:42Z</dcterms:modified>
</cp:coreProperties>
</file>